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GYMFLOW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microservicios para gestión de gimnasios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5029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94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Técnica — Examen Final Transversal (EFT)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DSY1103 · Full Stack 1 · Duoc UC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Sepulveda   ·   Joaquín Sandoval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julio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solución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09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gimnasio con varias sucursales necesita controlar en un solo sistema: quiénes son sus socios y si su membresía sigue vigente, el acceso físico a cada sede (sin depender de un guardia reconociendo caras), el aforo en tiempo real, la reserva de clases, el seguimiento de rutinas, el estado del equipamiento y las notificaciones.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sin que la caída de un módulo secundario (por ejemplo, notificaciones) bloquee algo crítico (por ejemplo, el control de acceso).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325880"/>
            <a:ext cx="553212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600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00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21488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GymFlow separa cada responsabilidad en un microservicio independiente (12 en total, más Gateway y descubrimiento de servicios), comunicados por HTTP (Feign/RestClient) y registrados dinámicamente en Eureka.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se despliega, escala y falla de forma aislada: si notification-service se cae, access-service sigue validando entradas con normalidad — la comunicación access→capacity está diseñada explícitamente para tolerar fallas sin romper el flujo principal.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GymFlow?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gimnasio construido como 12 microservicios independientes con Spring Boot 3.2.5, Spring Cloud 2023.0.1 y Java 17.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31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0906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autenticación BCrypt, roles SOCIO/ADMIN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2331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8848" y="27889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30906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consulta de sedes del gimnasio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2331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7889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30906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Planes, vigencia y estado activo/inactivo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77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43484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73659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 por código QR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977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8848" y="443484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Aforo en vivo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473659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de personas por sucursal en tiempo real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3977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47888" y="443484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rutinas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473659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clases y rutinas de entrenamiento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microservicios · Java 17 · Spring Boot 3.2.5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GymFlow — EFT DSY1103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ecosistema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se registran en Eureka; el Gateway enruta con lb://&lt;servicio&gt; (balanceo dinámico, no URLs fijas).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17373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9C74F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servicios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0" y="27889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SERVICE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0" cy="4114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977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3977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7488" y="3977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96912" y="3977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46336" y="3977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6336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qr-generator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5604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98064" y="4956048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495604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4956048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95604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6912" y="4956048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495604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46336" y="4956048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46336" y="495604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429000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servicios: Feign (user→branch, access→membership, access→capacity) y Spring RestClient (class→membership).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de la 3ª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una observación honesta del profesor — esta es la base de todo el trabajo de cierre.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2E9E5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0837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compila y corre sin errores. Los 5 servicios con pruebas pasan el 100%. Las reglas de access-service (membresía, expiración, reuso de QR) están bien resueltas.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947672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947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mejorar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2560320"/>
            <a:ext cx="300837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y notification sin capa service. Solo 5/12 servicios con tests. Swagger sin anotar. Un Feign declarado pero nunca invocado (código muerto).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947672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47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02752" y="2560320"/>
            <a:ext cx="300837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funcional bien encaminada. Completar la capa de servicio faltante y sumar pruebas al resto del ecosistema son los pasos más directos para subir el nivel.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textual disponible en docs/plan-cierre-feedback.md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GymFlow — EFT DSY1103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corregimos cada observación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91640" y="1325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equipment-service sin capa service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258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creó EquipmentService.java con la regla de negocio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67128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1671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 sin capa 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258568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16712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creó NotificationService.java con validación de tipo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08376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0083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solo en 5/12 servicios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99816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008376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tests JUnit+Mockito en 10 servicios de dominio, 0 fallas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9624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84962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sin anotar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941064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849624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@Operation/@ApiResponses en los 12 servicios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90872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90872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469087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user→branch nunca invocado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782312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69087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ahora valida la sucursal en vivo antes de guardar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5321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91640" y="55321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anterior citó Swagger que no existía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623560"/>
            <a:ext cx="0" cy="548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532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 de esta entrega se escribió leyendo el código real primero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de la pauta, en números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819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desplegados en Render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98848" y="25146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unitarios, 0 fallas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5819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19+11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7888" y="25146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 y no funcionales cumplidos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76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9808" y="470916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del feedback corregidas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6118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776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498848" y="470916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Postgres real (datos críticos)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41B4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776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47888" y="470916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con Swagger anotado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comunicación real entre servicios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user-service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2037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56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BCrypt (nunca texto plano)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2549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97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SOCIO / ADMIN aplicados por endpoint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44728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192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/api/users público; GET /api/users solo 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0690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410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vs 403 manejados con AuthenticationEntryPoint / AccessDeniedHandler propios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6908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6285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JSON uniforme, igual que el resto del sistema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371600"/>
            <a:ext cx="562356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servicios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1488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 → branch-service (valida sucursal antes de crear usuario)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9260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926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access-service → membership-service (valida membresía activa)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7033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7033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access-service → capacity-service (tolera fallas sin romper el flujo)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4805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4805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RestClient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434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class-service → membership-service (reserva de clases)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y relaciones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por servicio — no hay foreign keys físicas entre servicios distintos; las relaciones cross-servicio son lógicas, verificadas en tiempo de ejecución (Feign/RestClient).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 (unique), password, role, branchId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78308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928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221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address, maxCapacity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53288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branch-service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06324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729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5021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precio, duracionDias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06324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729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5021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planId (FK), fechaVencimiento, estado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81304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4340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531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access_tokens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branchId, qrCode, estado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509320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access-service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4343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34340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4531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access_logs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7823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branchId, tipo, timestamp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509320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access-service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memberships.planId → plans.id es FK real (mismo servicio). users.branchId → branches.id y memberships.userId → users.id son relaciones lógicas entre servicios distintos, verificadas por Feign donde aplica.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Despliegue: local y remoto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 Docker Compose para desarrollo; Render (obligatorio) para la entrega. 12 servicios + Eureka + Gateway + Postgres, un solo Blueprint (render.yaml).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técnico resuelto: el plan free de Render permite ENVIAR tráfico por red privada, pero no RECIBIRLO. Solución: cada servicio se registra en Eureka con su URL PÚBLICA (RENDER_EXTERNAL_HOSTNAME) y toda la comunicación entre servicios viaja por HTTPS público, que sí funciona en ambas direcciones incluso en el plan gratuito.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768096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eureka-server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246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eureka-server-x49r.onrender.com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630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630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gateway-service-yitx.onrender.com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768096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142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40142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user-service-jny5.onrender.com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3982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43982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branch-service-u39g.onrender.com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768096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823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47823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membership-service-7po0.onrender.com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5166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5166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access-service-3da4.onrender.com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03920" y="28803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servicios más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35204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qr-generator · capacity · class · routine · equipment · notification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completas en README.md del repositorio.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0" y="5166360"/>
            <a:ext cx="25603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5285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(desarrollo):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0" y="5532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5852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en localhost:8761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flujo probado en producción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el 13-07-2026 contra las URLs reales de Render (no simulado, no local).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34440" y="1673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sucursal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26280" y="167335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/api/branches → id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3134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34440" y="22951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29514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 (valida sucursal vía Feign) → id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3522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392424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29169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membresía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9169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/api/membership → estado ACTIVA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55701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014216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34440" y="3538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token de acceso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53872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/api/access/generate (valida membresía vía Feign)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1788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636008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QR real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1605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/api/qr/create → imagen PNG base64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4800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5257800"/>
            <a:ext cx="0" cy="16459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234440" y="4782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26280" y="478231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/api/access/validate → 200 OK, ENTRADA registrada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5422392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54041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Reintentar el mismo QR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26280" y="540410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/api/access/validate → 409 Conflicto (rechazado)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equipo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Sepulveda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transversal: estructura de los 12 servicios, seguridad, comunicación entre servicios, corrección de los 6 puntos del feedback, Postgres y despliegue completo en Render.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5806440" cy="22860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Sandoval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docs/defensa-individual/sandoval-joaquin.md para el detalle de su rol y funcionalidades propias.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del equipo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(llamadas de trabajo) y reuniones presenciales — sin tablero Kanban formal.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0749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real: llamada de Discord con Joaquín registrada el 05-07-2026 (32 min y 1 hora) — capturas disponibles en docs/.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3886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equipo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25196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3.7 en la primera entrega a un proyecto funcional, desplegado y probado de punta a punta — aprendizaje real aplicado en cada corrección de esta etapa de cierre.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defensa en vivo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github.com/Lalito777/gymflow-ecosystem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eureka-server-x49r.onrender.com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2026-07-14T02:52:17Z</dcterms:created>
  <dcterms:modified xsi:type="dcterms:W3CDTF">2026-07-14T02:52:17Z</dcterms:modified>
</cp:coreProperties>
</file>